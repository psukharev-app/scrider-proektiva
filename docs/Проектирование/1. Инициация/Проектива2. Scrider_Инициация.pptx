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5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2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0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9BB5AD-28E9-4224-84AD-DF6136536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800"/>
            <a:ext cx="8398004" cy="2156254"/>
          </a:xfrm>
        </p:spPr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Этап 1. Инициализация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21ED48-4C98-4090-AAF8-EACCB361AE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666349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Проект на платформе «Проектива»</a:t>
            </a:r>
          </a:p>
          <a:p>
            <a:endParaRPr lang="ru-RU" dirty="0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D47AC2C7-C460-4DAA-B597-61E392DBE6A8}"/>
              </a:ext>
            </a:extLst>
          </p:cNvPr>
          <p:cNvSpPr txBox="1">
            <a:spLocks/>
          </p:cNvSpPr>
          <p:nvPr/>
        </p:nvSpPr>
        <p:spPr>
          <a:xfrm>
            <a:off x="684212" y="685800"/>
            <a:ext cx="6400800" cy="6663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Scrider</a:t>
            </a:r>
            <a:endParaRPr lang="ru-RU" sz="4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8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A0DE6E-C3CE-459E-8DF2-51C92A298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44" y="397246"/>
            <a:ext cx="8534400" cy="801360"/>
          </a:xfrm>
        </p:spPr>
        <p:txBody>
          <a:bodyPr/>
          <a:lstStyle/>
          <a:p>
            <a:r>
              <a:rPr lang="ru-RU" dirty="0"/>
              <a:t>План митинга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0C04CA-6957-418C-BD55-2AA498D20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644" y="1359244"/>
            <a:ext cx="8534400" cy="4015945"/>
          </a:xfrm>
        </p:spPr>
        <p:txBody>
          <a:bodyPr/>
          <a:lstStyle/>
          <a:p>
            <a:r>
              <a:rPr lang="ru-RU" dirty="0"/>
              <a:t>0. Знакомство, лэндскейп</a:t>
            </a:r>
            <a:endParaRPr lang="en-US" dirty="0"/>
          </a:p>
          <a:p>
            <a:r>
              <a:rPr lang="ru-RU" dirty="0"/>
              <a:t>1. Описание проекта – о чем проект</a:t>
            </a:r>
          </a:p>
          <a:p>
            <a:r>
              <a:rPr lang="ru-RU" dirty="0"/>
              <a:t>2. Цель проекта, цели участников</a:t>
            </a:r>
          </a:p>
          <a:p>
            <a:r>
              <a:rPr lang="ru-RU" dirty="0"/>
              <a:t>3. Стратегия достижения</a:t>
            </a:r>
          </a:p>
          <a:p>
            <a:r>
              <a:rPr lang="ru-RU" dirty="0"/>
              <a:t>4. Задачи проекта</a:t>
            </a:r>
          </a:p>
          <a:p>
            <a:r>
              <a:rPr lang="ru-RU" dirty="0"/>
              <a:t>5. Процесс выполнения проекта </a:t>
            </a:r>
          </a:p>
          <a:p>
            <a:r>
              <a:rPr lang="ru-RU" dirty="0"/>
              <a:t>6. Задачи этапа </a:t>
            </a:r>
            <a:r>
              <a:rPr lang="ru-RU" b="1" dirty="0"/>
              <a:t>Инициация</a:t>
            </a:r>
          </a:p>
          <a:p>
            <a:r>
              <a:rPr lang="ru-RU" dirty="0"/>
              <a:t>7. Вопросы</a:t>
            </a:r>
          </a:p>
        </p:txBody>
      </p:sp>
    </p:spTree>
    <p:extLst>
      <p:ext uri="{BB962C8B-B14F-4D97-AF65-F5344CB8AC3E}">
        <p14:creationId xmlns:p14="http://schemas.microsoft.com/office/powerpoint/2010/main" val="4280365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31A4A-E529-4F59-AC6A-FCFF9082A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638" y="319734"/>
            <a:ext cx="9423615" cy="916575"/>
          </a:xfrm>
        </p:spPr>
        <p:txBody>
          <a:bodyPr/>
          <a:lstStyle/>
          <a:p>
            <a:r>
              <a:rPr lang="ru-RU" dirty="0"/>
              <a:t>Описание проекта – о чем проект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B620F9-E6B3-44A1-ABE9-47CF4B578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638" y="1236309"/>
            <a:ext cx="8645139" cy="53900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    </a:t>
            </a:r>
            <a:r>
              <a:rPr lang="en-US" sz="2400" b="1" dirty="0"/>
              <a:t>Strider</a:t>
            </a:r>
            <a:r>
              <a:rPr lang="ru-RU" sz="2400" b="1" dirty="0"/>
              <a:t> </a:t>
            </a:r>
            <a:r>
              <a:rPr lang="ru-RU" sz="2400" dirty="0"/>
              <a:t>— </a:t>
            </a:r>
            <a:r>
              <a:rPr lang="ru-RU" i="1" dirty="0"/>
              <a:t>это </a:t>
            </a:r>
            <a:r>
              <a:rPr lang="ru-RU" dirty="0"/>
              <a:t>WYSIWYG-редактор для академических текстов с поддержкой LaTeX-формул, сложных таблиц и диаграмм</a:t>
            </a:r>
            <a:r>
              <a:rPr lang="ru-RU" i="1" dirty="0"/>
              <a:t>.     </a:t>
            </a:r>
          </a:p>
          <a:p>
            <a:pPr marL="0" indent="0">
              <a:buNone/>
            </a:pPr>
            <a:r>
              <a:rPr lang="ru-RU" b="1" i="1" dirty="0"/>
              <a:t>    </a:t>
            </a:r>
            <a:r>
              <a:rPr lang="ru-RU" b="1" dirty="0"/>
              <a:t>Ключевые особенности:</a:t>
            </a:r>
            <a:endParaRPr lang="ru-RU" dirty="0"/>
          </a:p>
          <a:p>
            <a:r>
              <a:rPr lang="ru-RU" b="1" dirty="0"/>
              <a:t>Технологический стек:</a:t>
            </a:r>
            <a:r>
              <a:rPr lang="ru-RU" dirty="0"/>
              <a:t> Проект использует  </a:t>
            </a:r>
            <a:r>
              <a:rPr lang="en-US" dirty="0"/>
              <a:t>React</a:t>
            </a:r>
            <a:r>
              <a:rPr lang="ru-RU" dirty="0"/>
              <a:t> для </a:t>
            </a:r>
            <a:r>
              <a:rPr lang="en-US" dirty="0"/>
              <a:t>MVP</a:t>
            </a:r>
            <a:endParaRPr lang="ru-RU" dirty="0"/>
          </a:p>
          <a:p>
            <a:r>
              <a:rPr lang="ru-RU" b="1" dirty="0"/>
              <a:t>Минималистичный дизайн:</a:t>
            </a:r>
            <a:r>
              <a:rPr lang="ru-RU" dirty="0"/>
              <a:t> Дизайн следует принципу "меньше — значит больше". </a:t>
            </a:r>
          </a:p>
          <a:p>
            <a:r>
              <a:rPr lang="ru-RU" b="1" dirty="0"/>
              <a:t>Адаптивность:</a:t>
            </a:r>
            <a:r>
              <a:rPr lang="ru-RU" dirty="0"/>
              <a:t> Работает с разными устройствами, подстраивается под размеры контейнера.</a:t>
            </a:r>
          </a:p>
          <a:p>
            <a:r>
              <a:rPr lang="ru-RU" b="1" dirty="0"/>
              <a:t>Архитектура:</a:t>
            </a:r>
            <a:r>
              <a:rPr lang="ru-RU" dirty="0"/>
              <a:t> </a:t>
            </a:r>
            <a:r>
              <a:rPr lang="en-US" dirty="0"/>
              <a:t>React </a:t>
            </a:r>
            <a:r>
              <a:rPr lang="ru-RU" dirty="0"/>
              <a:t>компонент</a:t>
            </a:r>
            <a:r>
              <a:rPr lang="en-US" dirty="0"/>
              <a:t>,</a:t>
            </a:r>
            <a:r>
              <a:rPr lang="ru-RU" dirty="0"/>
              <a:t> поставляемый как</a:t>
            </a:r>
            <a:r>
              <a:rPr lang="en-US" dirty="0"/>
              <a:t> npm</a:t>
            </a:r>
            <a:r>
              <a:rPr lang="ru-RU" dirty="0"/>
              <a:t> пакет</a:t>
            </a: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5693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31A4A-E529-4F59-AC6A-FCFF9082A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638" y="331457"/>
            <a:ext cx="9423615" cy="916575"/>
          </a:xfrm>
        </p:spPr>
        <p:txBody>
          <a:bodyPr/>
          <a:lstStyle/>
          <a:p>
            <a:r>
              <a:rPr lang="ru-RU" dirty="0"/>
              <a:t>ЦЕЛИ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B620F9-E6B3-44A1-ABE9-47CF4B578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638" y="1375507"/>
            <a:ext cx="8645139" cy="39739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Основные цели:</a:t>
            </a:r>
          </a:p>
          <a:p>
            <a:r>
              <a:rPr lang="ru-RU" b="1" dirty="0"/>
              <a:t>1) Закрыть этап по </a:t>
            </a:r>
            <a:r>
              <a:rPr lang="ru-RU" dirty="0"/>
              <a:t>выполнению задач на платформе «ПРОЕКТИВА» (и получить необходимые 60 баллов)</a:t>
            </a:r>
          </a:p>
          <a:p>
            <a:r>
              <a:rPr lang="ru-RU" b="1" dirty="0"/>
              <a:t>2) Продемонстрировать командную</a:t>
            </a:r>
            <a:r>
              <a:rPr lang="ru-RU" dirty="0"/>
              <a:t> работу (через репозиторий </a:t>
            </a:r>
            <a:r>
              <a:rPr lang="en-US" dirty="0"/>
              <a:t>GitHub</a:t>
            </a:r>
            <a:r>
              <a:rPr lang="ru-RU" dirty="0"/>
              <a:t>)</a:t>
            </a:r>
            <a:endParaRPr lang="en-US" dirty="0"/>
          </a:p>
          <a:p>
            <a:r>
              <a:rPr lang="en-US" b="1" dirty="0"/>
              <a:t>3) </a:t>
            </a:r>
            <a:r>
              <a:rPr lang="ru-RU" b="1" dirty="0"/>
              <a:t>Защитить проект </a:t>
            </a:r>
            <a:r>
              <a:rPr lang="ru-RU" dirty="0"/>
              <a:t>по всем составляющим (доска + </a:t>
            </a:r>
            <a:r>
              <a:rPr lang="en-US" dirty="0"/>
              <a:t>GitHub + </a:t>
            </a:r>
            <a:r>
              <a:rPr lang="ru-RU" dirty="0"/>
              <a:t>работающий </a:t>
            </a:r>
            <a:r>
              <a:rPr lang="en-US" dirty="0"/>
              <a:t>MVP</a:t>
            </a:r>
            <a:r>
              <a:rPr lang="ru-RU" dirty="0"/>
              <a:t>)</a:t>
            </a:r>
          </a:p>
          <a:p>
            <a:r>
              <a:rPr lang="ru-RU" dirty="0"/>
              <a:t>4)* Получить новые скилы и опыт командной работы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4271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31A4A-E529-4F59-AC6A-FCFF9082A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638" y="331457"/>
            <a:ext cx="9423615" cy="916575"/>
          </a:xfrm>
        </p:spPr>
        <p:txBody>
          <a:bodyPr/>
          <a:lstStyle/>
          <a:p>
            <a:r>
              <a:rPr lang="ru-RU" dirty="0"/>
              <a:t>Стратегия достижения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B620F9-E6B3-44A1-ABE9-47CF4B578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638" y="1421028"/>
            <a:ext cx="8691716" cy="43504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Защита проектов в конце семестра является </a:t>
            </a:r>
            <a:r>
              <a:rPr lang="ru-RU" b="1" u="sng" dirty="0"/>
              <a:t>обязательным условием</a:t>
            </a:r>
            <a:r>
              <a:rPr lang="ru-RU" dirty="0"/>
              <a:t> для получения положительной оценки.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По каждому этапу создаются задачи в «Проективе»</a:t>
            </a:r>
          </a:p>
          <a:p>
            <a:pPr marL="0" indent="0">
              <a:buNone/>
            </a:pPr>
            <a:r>
              <a:rPr lang="ru-RU" dirty="0"/>
              <a:t>Исполнитель выполняет задачу с одновременным обогащением </a:t>
            </a:r>
            <a:r>
              <a:rPr lang="en-US" dirty="0"/>
              <a:t>Git-</a:t>
            </a:r>
            <a:r>
              <a:rPr lang="ru-RU" dirty="0"/>
              <a:t>репозитория</a:t>
            </a:r>
          </a:p>
          <a:p>
            <a:pPr marL="0" indent="0">
              <a:buNone/>
            </a:pPr>
            <a:r>
              <a:rPr lang="ru-RU" dirty="0"/>
              <a:t>Для защиты – рабочий </a:t>
            </a:r>
            <a:r>
              <a:rPr lang="en-US" dirty="0"/>
              <a:t>MVP, </a:t>
            </a:r>
            <a:r>
              <a:rPr lang="ru-RU" dirty="0"/>
              <a:t>наглядный выполненный пул работ и демонстрация командной работы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4315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31A4A-E529-4F59-AC6A-FCFF9082A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638" y="331457"/>
            <a:ext cx="9423615" cy="916575"/>
          </a:xfrm>
        </p:spPr>
        <p:txBody>
          <a:bodyPr/>
          <a:lstStyle/>
          <a:p>
            <a:r>
              <a:rPr lang="ru-RU" dirty="0"/>
              <a:t>Задачи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B620F9-E6B3-44A1-ABE9-47CF4B578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7308" y="2567353"/>
            <a:ext cx="5674977" cy="27744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sz="3200" dirty="0"/>
              <a:t>Задачи создаются по каждому этапу (</a:t>
            </a:r>
            <a:r>
              <a:rPr lang="en-US" sz="3200" dirty="0"/>
              <a:t>WBS</a:t>
            </a:r>
            <a:r>
              <a:rPr lang="ru-RU" sz="3200" dirty="0"/>
              <a:t>)</a:t>
            </a:r>
          </a:p>
          <a:p>
            <a:pPr marL="0" indent="0">
              <a:buNone/>
            </a:pPr>
            <a:r>
              <a:rPr lang="ru-RU" sz="2500" dirty="0"/>
              <a:t>Инициация.</a:t>
            </a:r>
          </a:p>
          <a:p>
            <a:r>
              <a:rPr lang="ru-RU" dirty="0"/>
              <a:t> Сделать описание проекта</a:t>
            </a:r>
          </a:p>
          <a:p>
            <a:r>
              <a:rPr lang="ru-RU" dirty="0"/>
              <a:t> Разработка и согласование устава проекта </a:t>
            </a:r>
          </a:p>
          <a:p>
            <a:r>
              <a:rPr lang="ru-RU" dirty="0"/>
              <a:t>Выявление ключевых стейкхолдеров </a:t>
            </a:r>
          </a:p>
          <a:p>
            <a:r>
              <a:rPr lang="ru-RU" dirty="0"/>
              <a:t>Определение бизнес-требований и целей MVP </a:t>
            </a:r>
          </a:p>
          <a:p>
            <a:r>
              <a:rPr lang="ru-RU" dirty="0"/>
              <a:t>Первичная оценка рисков и ограничений</a:t>
            </a:r>
          </a:p>
          <a:p>
            <a:pPr marL="0" indent="0">
              <a:buNone/>
            </a:pPr>
            <a:r>
              <a:rPr lang="ru-RU" sz="2500" dirty="0"/>
              <a:t>Планирование. </a:t>
            </a:r>
          </a:p>
          <a:p>
            <a:pPr marL="0" indent="0">
              <a:buNone/>
            </a:pPr>
            <a:r>
              <a:rPr lang="ru-RU" sz="2500" dirty="0"/>
              <a:t>Реализация.</a:t>
            </a:r>
          </a:p>
          <a:p>
            <a:pPr marL="0" indent="0">
              <a:buNone/>
            </a:pPr>
            <a:r>
              <a:rPr lang="ru-RU" sz="2500" dirty="0"/>
              <a:t>Закрытие.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15411DF-773A-48AA-90D5-92825B7CA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588" y="1391137"/>
            <a:ext cx="2819458" cy="472078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A817207-4F0C-4D59-8AA5-25C25A76D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7354" y="1391136"/>
            <a:ext cx="8044896" cy="820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446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31A4A-E529-4F59-AC6A-FCFF9082A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638" y="331457"/>
            <a:ext cx="9423615" cy="916575"/>
          </a:xfrm>
        </p:spPr>
        <p:txBody>
          <a:bodyPr/>
          <a:lstStyle/>
          <a:p>
            <a:r>
              <a:rPr lang="ru-RU" dirty="0"/>
              <a:t>Процесс выполнения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B620F9-E6B3-44A1-ABE9-47CF4B578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7846" y="1425725"/>
            <a:ext cx="5361355" cy="43504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План выполнения</a:t>
            </a:r>
          </a:p>
          <a:p>
            <a:pPr marL="0" indent="0">
              <a:buNone/>
            </a:pPr>
            <a:r>
              <a:rPr lang="ru-RU" dirty="0"/>
              <a:t>Задачи в «Проективе»</a:t>
            </a:r>
          </a:p>
          <a:p>
            <a:pPr marL="0" indent="0">
              <a:buNone/>
            </a:pPr>
            <a:r>
              <a:rPr lang="ru-RU" dirty="0"/>
              <a:t>Дерево коммитов (изменений) в репозитории </a:t>
            </a:r>
            <a:r>
              <a:rPr lang="en-US" dirty="0"/>
              <a:t>GitHub</a:t>
            </a:r>
          </a:p>
          <a:p>
            <a:pPr marL="0" indent="0">
              <a:buNone/>
            </a:pPr>
            <a:r>
              <a:rPr lang="ru-RU" dirty="0"/>
              <a:t>Изменения должны соответствовать плану выполнения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По каждому этапу – будет видеовстреча, участие опционально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Сроки</a:t>
            </a:r>
            <a:r>
              <a:rPr lang="en-US" dirty="0"/>
              <a:t> – </a:t>
            </a:r>
            <a:r>
              <a:rPr lang="ru-RU" dirty="0"/>
              <a:t>этап планирования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9C8803D-66F1-489E-99CA-39B6DB17F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8" y="1265899"/>
            <a:ext cx="4595447" cy="5260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254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A15699C1-DA4A-40D9-AB08-9431FE865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74" y="2820984"/>
            <a:ext cx="9428896" cy="18506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    приблизительные даты защиты проектов в этом семестре:</a:t>
            </a:r>
            <a:br>
              <a:rPr lang="ru-RU" dirty="0"/>
            </a:br>
            <a:endParaRPr lang="ru-RU" dirty="0"/>
          </a:p>
          <a:p>
            <a:pPr marL="0" indent="0">
              <a:buNone/>
            </a:pPr>
            <a:r>
              <a:rPr lang="ru-RU" b="1" dirty="0"/>
              <a:t>     Основные дни: 15–24 МАЯ</a:t>
            </a:r>
            <a:r>
              <a:rPr lang="ru-RU" b="1"/>
              <a:t>!!! </a:t>
            </a:r>
            <a:endParaRPr lang="ru-RU" b="1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F611EA3-AB99-4A91-AC2D-35621723802C}"/>
              </a:ext>
            </a:extLst>
          </p:cNvPr>
          <p:cNvSpPr/>
          <p:nvPr/>
        </p:nvSpPr>
        <p:spPr>
          <a:xfrm>
            <a:off x="684212" y="527561"/>
            <a:ext cx="63991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3711966252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3355</TotalTime>
  <Words>226</Words>
  <Application>Microsoft Office PowerPoint</Application>
  <PresentationFormat>Широкоэкранный</PresentationFormat>
  <Paragraphs>51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Сектор</vt:lpstr>
      <vt:lpstr>Этап 1. Инициализация</vt:lpstr>
      <vt:lpstr>План митинга</vt:lpstr>
      <vt:lpstr>Описание проекта – о чем проект</vt:lpstr>
      <vt:lpstr>ЦЕЛИ проекта</vt:lpstr>
      <vt:lpstr>Стратегия достижения</vt:lpstr>
      <vt:lpstr>Задачи проекта</vt:lpstr>
      <vt:lpstr>Процесс выполнения проекта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Этап 1. Инициализация</dc:title>
  <dc:creator>Сухарев Павел Викторович</dc:creator>
  <cp:lastModifiedBy>Сухарев Павел Викторович</cp:lastModifiedBy>
  <cp:revision>28</cp:revision>
  <dcterms:created xsi:type="dcterms:W3CDTF">2025-11-04T05:00:11Z</dcterms:created>
  <dcterms:modified xsi:type="dcterms:W3CDTF">2026-04-24T07:31:33Z</dcterms:modified>
</cp:coreProperties>
</file>